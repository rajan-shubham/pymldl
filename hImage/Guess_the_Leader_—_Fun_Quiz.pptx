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">
            <a:off x="285750" y="285750"/>
            <a:ext cx="1410891" cy="300038"/>
          </a:xfrm>
          <a:prstGeom prst="rect">
            <a:avLst/>
          </a:prstGeom>
          <a:solidFill>
            <a:srgbClr val="FFB8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 rot="-300000">
            <a:off x="285750" y="285750"/>
            <a:ext cx="1410891" cy="300037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NEW GRAD MEET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 rot="180000">
            <a:off x="1743075" y="685800"/>
            <a:ext cx="935831" cy="300038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180000">
            <a:off x="1743075" y="685800"/>
            <a:ext cx="935831" cy="300038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QUIZ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28600" y="457200"/>
            <a:ext cx="86868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7250" b="1" spc="-2" kern="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GUESS THE</a:t>
            </a:r>
            <a:r>
              <a:rPr lang="en-US" sz="7250" b="1" spc="-2" kern="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
</a:t>
            </a:r>
            <a:r>
              <a:rPr lang="en-US" sz="7250" b="1" spc="-2" kern="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LEADER</a:t>
            </a:r>
            <a:endParaRPr lang="en-US" sz="7250" dirty="0"/>
          </a:p>
        </p:txBody>
      </p:sp>
      <p:sp>
        <p:nvSpPr>
          <p:cNvPr id="8" name="Text 5"/>
          <p:cNvSpPr/>
          <p:nvPr/>
        </p:nvSpPr>
        <p:spPr>
          <a:xfrm>
            <a:off x="228600" y="2400300"/>
            <a:ext cx="5429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George's Origin Story — Tap around, play along, and may the smartest squad win 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4429125"/>
            <a:ext cx="1768078" cy="485775"/>
          </a:xfrm>
          <a:prstGeom prst="rect">
            <a:avLst/>
          </a:prstGeom>
          <a:solidFill>
            <a:srgbClr val="0033CC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4429125"/>
            <a:ext cx="1768078" cy="485775"/>
          </a:xfrm>
          <a:prstGeom prst="rect">
            <a:avLst/>
          </a:prstGeom>
          <a:noFill/>
          <a:ln/>
        </p:spPr>
        <p:txBody>
          <a:bodyPr wrap="square" lIns="238125" tIns="119126" rIns="238125" bIns="11912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👉 TAP TO START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47497" y="4732734"/>
            <a:ext cx="3679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HSBC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272176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PICK YOUR PATH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8172450" y="342900"/>
            <a:ext cx="628650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72450" y="342900"/>
            <a:ext cx="628650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MENU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2900" y="1200150"/>
            <a:ext cx="1985963" cy="1067991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0841" y="1418034"/>
            <a:ext cx="650081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RULES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78681" y="1885950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📜 START HERE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00313" y="1200150"/>
            <a:ext cx="1985963" cy="10679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7563" y="141803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241477" y="1885950"/>
            <a:ext cx="5036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90 DAYS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57725" y="1200150"/>
            <a:ext cx="1985963" cy="10679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4975" y="141803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327452" y="1885950"/>
            <a:ext cx="6465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FULL SEND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15138" y="1200150"/>
            <a:ext cx="1985963" cy="10679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72388" y="1398947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449145" y="1866863"/>
            <a:ext cx="7179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OWNERSHIP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2900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00150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84052" y="3096760"/>
            <a:ext cx="70365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PLOT TWIST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00313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57563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064669" y="3096760"/>
            <a:ext cx="857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SKILL UNLOCK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57725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14975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Q6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373886" y="3096760"/>
            <a:ext cx="5536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CHECK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815138" y="2401472"/>
            <a:ext cx="1985963" cy="1087022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72388" y="2628844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Q7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7324130" y="3096760"/>
            <a:ext cx="9679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LEADER ENERGY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42900" y="3640913"/>
            <a:ext cx="1985963" cy="1159687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00150" y="3904617"/>
            <a:ext cx="27146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Q8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1064419" y="4372533"/>
            <a:ext cx="5429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CULTURE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500313" y="3640913"/>
            <a:ext cx="1985963" cy="1159687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80742" y="3895688"/>
            <a:ext cx="82510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AGENDA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3005733" y="4363603"/>
            <a:ext cx="97512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🗓 RUN OF SHOW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57725" y="3676631"/>
            <a:ext cx="4143375" cy="1123969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97228" y="3923705"/>
            <a:ext cx="664369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FINISH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6270427" y="4391620"/>
            <a:ext cx="9179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🏁 THE LEADER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" y="200025"/>
            <a:ext cx="1678781" cy="380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HOW WE PLAY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386763" y="200025"/>
            <a:ext cx="557213" cy="271463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86763" y="200025"/>
            <a:ext cx="557213" cy="27146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RULES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0025" y="708627"/>
            <a:ext cx="2828925" cy="205310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85150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342900" y="125155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SQUAD 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2900" y="1490867"/>
            <a:ext cx="25431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Teams of 2–3 (flying solo also counts).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57538" y="708627"/>
            <a:ext cx="2828925" cy="205310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00413" y="85150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3300413" y="125155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FACTS DROP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00413" y="1490867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questions about George's journey, one at a time.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15050" y="708627"/>
            <a:ext cx="2828925" cy="205310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7925" y="85150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2350" dirty="0"/>
          </a:p>
        </p:txBody>
      </p:sp>
      <p:sp>
        <p:nvSpPr>
          <p:cNvPr id="16" name="Text 13"/>
          <p:cNvSpPr/>
          <p:nvPr/>
        </p:nvSpPr>
        <p:spPr>
          <a:xfrm>
            <a:off x="6257925" y="125155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BEAT THE CLOCK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57925" y="1490867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 seconds to lock in your answer — paper or chat.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0025" y="2890317"/>
            <a:ext cx="2828925" cy="2053158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" y="3033192"/>
            <a:ext cx="25431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</a:t>
            </a:r>
            <a:endParaRPr lang="en-US" sz="2350" dirty="0"/>
          </a:p>
        </p:txBody>
      </p:sp>
      <p:sp>
        <p:nvSpPr>
          <p:cNvPr id="20" name="Text 17"/>
          <p:cNvSpPr/>
          <p:nvPr/>
        </p:nvSpPr>
        <p:spPr>
          <a:xfrm>
            <a:off x="342900" y="3433242"/>
            <a:ext cx="25431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REVEAL TIME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2900" y="3672557"/>
            <a:ext cx="25431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point for every correct answer.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157538" y="2890317"/>
            <a:ext cx="5786438" cy="2053158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00413" y="3033192"/>
            <a:ext cx="55006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</a:t>
            </a:r>
            <a:endParaRPr lang="en-US" sz="2350" dirty="0"/>
          </a:p>
        </p:txBody>
      </p:sp>
      <p:sp>
        <p:nvSpPr>
          <p:cNvPr id="24" name="Text 21"/>
          <p:cNvSpPr/>
          <p:nvPr/>
        </p:nvSpPr>
        <p:spPr>
          <a:xfrm>
            <a:off x="3300413" y="3433242"/>
            <a:ext cx="55006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CLAIM THE CROWN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00413" y="3672557"/>
            <a:ext cx="55006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Top-scoring squad takes home the chocolate 🍫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0051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90 DAYS IN, NO CAP 💯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43800" y="342900"/>
            <a:ext cx="1257300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43800" y="342900"/>
            <a:ext cx="1257300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1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First 90 days: how do you create impact fastest?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4143375" cy="1590880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2217018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217018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71575" y="2225613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Focus only on coding / output volume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57725" y="1635919"/>
            <a:ext cx="4143375" cy="1590880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86325" y="2202731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886325" y="2202731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486400" y="2108467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Build context: product, risks, stakeholders, and how value is measured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" y="3369673"/>
            <a:ext cx="4143375" cy="1430927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" y="3870796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3870796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171575" y="3879391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 asking questions to look confident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57725" y="3369673"/>
            <a:ext cx="4143375" cy="1430927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86325" y="3885084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4886325" y="3885084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486400" y="3893679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Wait for tasks; don't challenge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8863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REGULATED BANK, FULL SEND? ⚡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804547" y="271463"/>
            <a:ext cx="1110853" cy="271463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04547" y="271463"/>
            <a:ext cx="1110853" cy="27146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2 OF 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28600" y="771525"/>
            <a:ext cx="70008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 a regulated bank, what's the right mindset for speed?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" y="1153716"/>
            <a:ext cx="8686800" cy="61436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268016"/>
            <a:ext cx="328613" cy="328613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8625" y="1268016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5825" y="1341239"/>
            <a:ext cx="155376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Move fast and fix later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1810941"/>
            <a:ext cx="8686800" cy="614363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8625" y="1925241"/>
            <a:ext cx="328613" cy="328613"/>
          </a:xfrm>
          <a:prstGeom prst="rect">
            <a:avLst/>
          </a:prstGeom>
          <a:solidFill>
            <a:srgbClr val="F4F0E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1925241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85825" y="1998464"/>
            <a:ext cx="290393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Move fast with controls and transparency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2468166"/>
            <a:ext cx="8686800" cy="61436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8625" y="2582466"/>
            <a:ext cx="328613" cy="328613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8625" y="2582466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85825" y="2655689"/>
            <a:ext cx="192524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 change to reduce risk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28600" y="3125391"/>
            <a:ext cx="8686800" cy="614363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8625" y="3239691"/>
            <a:ext cx="328613" cy="328613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8625" y="3239691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85825" y="3312914"/>
            <a:ext cx="25146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Leave risk to governance teams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23981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OWNERSHIP ENERGY 🔥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3 OF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GO!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3897641" y="1057275"/>
            <a:ext cx="4903459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What's the strongest 'ownership' behaviour for grads?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97641" y="1871663"/>
            <a:ext cx="2380264" cy="107513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9091" y="2043113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69091" y="2375297"/>
            <a:ext cx="20373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Doing tasks exactly as told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20780" y="1871663"/>
            <a:ext cx="2380320" cy="107513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92230" y="2043113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92230" y="2375297"/>
            <a:ext cx="2037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Escalating every issue immediately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97641" y="3032522"/>
            <a:ext cx="2380264" cy="1246584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9091" y="3203972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B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069091" y="3536156"/>
            <a:ext cx="2037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Bringing options + recommendation + trade-offs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20780" y="3032522"/>
            <a:ext cx="2380320" cy="107513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92230" y="3203972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92230" y="3536156"/>
            <a:ext cx="2037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Working alone to finish faster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9291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PLOT TWIST MID-SPRINT 🌀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18797" y="342900"/>
            <a:ext cx="1282303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18797" y="342900"/>
            <a:ext cx="1282303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4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When priorities change mid-sprint, what's best?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14350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Continue original plan; change is bad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93169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4619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64619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Pause and wait for instructions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43438" y="1635919"/>
            <a:ext cx="2007394" cy="3164681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4888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814888" y="2332434"/>
            <a:ext cx="166449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Reconfirm outcomes, dependencies, and re-plan visibly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93706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5156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965156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Push back on all changes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32004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SKILL UNLOCK 🔓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5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What's the most valuable skill to build early in SSV Tech?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4143375" cy="1496616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2169914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169914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71575" y="2281368"/>
            <a:ext cx="251817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Memorising internal acronyms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57725" y="1635919"/>
            <a:ext cx="4143375" cy="1496616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86325" y="2155627"/>
            <a:ext cx="428625" cy="428625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13" name="Text 10"/>
          <p:cNvSpPr/>
          <p:nvPr/>
        </p:nvSpPr>
        <p:spPr>
          <a:xfrm>
            <a:off x="4886325" y="2155627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486400" y="2164221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Stakeholder communication + clear status + risk thinking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" y="3275409"/>
            <a:ext cx="4143375" cy="15251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" y="3823692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3823692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171575" y="3935146"/>
            <a:ext cx="15394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Avoiding meetings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57725" y="3275409"/>
            <a:ext cx="4143375" cy="152519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86325" y="3837980"/>
            <a:ext cx="428625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4886325" y="383798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486400" y="3846575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Only deep technical specialisation from day one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175" y="257175"/>
            <a:ext cx="2003822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AI CHECK ✅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743825" y="257175"/>
            <a:ext cx="1143000" cy="271463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3825" y="257175"/>
            <a:ext cx="1143000" cy="271463"/>
          </a:xfrm>
          <a:prstGeom prst="rect">
            <a:avLst/>
          </a:prstGeom>
          <a:noFill/>
          <a:ln/>
        </p:spPr>
        <p:txBody>
          <a:bodyPr wrap="none" lIns="119126" tIns="51054" rIns="119126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6 OF 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57175" y="857250"/>
            <a:ext cx="86296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adoption in banking: what must be true?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7175" y="1264444"/>
            <a:ext cx="86296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364456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00050" y="136445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" y="1436619"/>
            <a:ext cx="2664619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Any data can be used if the output is good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7175" y="1850231"/>
            <a:ext cx="86296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0050" y="1950244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00050" y="195024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0100" y="2022407"/>
            <a:ext cx="2418159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 public tools freely for productivity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7175" y="2436019"/>
            <a:ext cx="8629650" cy="542925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" y="2536031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400050" y="253603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0100" y="2608194"/>
            <a:ext cx="50006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classification, security controls, and model governance are non-negotiable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7175" y="3021806"/>
            <a:ext cx="8629650" cy="542925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0050" y="3121819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400050" y="31218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0100" y="3193982"/>
            <a:ext cx="1360884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is mainly for demos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8980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BIG LEADER ENERGY 👑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9513" y="342900"/>
            <a:ext cx="1271588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9513" y="342900"/>
            <a:ext cx="1271588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7 OF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1057275"/>
            <a:ext cx="3303259" cy="3743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6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BOSS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3897641" y="1057275"/>
            <a:ext cx="4903459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Best way to engage senior leaders?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97641" y="1578769"/>
            <a:ext cx="2380264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9091" y="1750219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69091" y="2082403"/>
            <a:ext cx="2037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Ask for career advice every week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20780" y="1578769"/>
            <a:ext cx="2380320" cy="1246584"/>
          </a:xfrm>
          <a:prstGeom prst="rect">
            <a:avLst/>
          </a:prstGeom>
          <a:solidFill>
            <a:srgbClr val="FFB800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92230" y="1750219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92230" y="2082403"/>
            <a:ext cx="20374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Bring a crisp question tied to outcomes and what you've tried already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97641" y="2911078"/>
            <a:ext cx="2380264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9091" y="3082528"/>
            <a:ext cx="203736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069091" y="3414713"/>
            <a:ext cx="20373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Only speak when spoken 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20780" y="2911078"/>
            <a:ext cx="2380320" cy="1246584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92230" y="3082528"/>
            <a:ext cx="203742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92230" y="3414713"/>
            <a:ext cx="20374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Share long detailed background before the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335399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CULTURE VIBES ✨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22369" y="342900"/>
            <a:ext cx="1278731" cy="321469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 8 OF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1057275"/>
            <a:ext cx="84582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Culture: what scales delivery best?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14350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Hero culture (one person saves the day)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93169" y="1635919"/>
            <a:ext cx="2007394" cy="3164681"/>
          </a:xfrm>
          <a:prstGeom prst="rect">
            <a:avLst/>
          </a:prstGeom>
          <a:solidFill>
            <a:srgbClr val="0033CC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4619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4F0E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64619" y="2332434"/>
            <a:ext cx="166449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Blameless learning + clear accountability + strong engineering discipline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43438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4888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814888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Avoiding tough conversations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93706" y="1635919"/>
            <a:ext cx="2007394" cy="3164681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5156" y="1807369"/>
            <a:ext cx="166449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965156" y="2332434"/>
            <a:ext cx="166449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Working in silos to reduce noise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229600" cy="4629150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4" name="Shape 1"/>
          <p:cNvSpPr/>
          <p:nvPr/>
        </p:nvSpPr>
        <p:spPr>
          <a:xfrm>
            <a:off x="7504085" y="205740"/>
            <a:ext cx="519775" cy="244316"/>
          </a:xfrm>
          <a:prstGeom prst="rect">
            <a:avLst/>
          </a:prstGeom>
          <a:solidFill>
            <a:srgbClr val="DB0011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4085" y="205740"/>
            <a:ext cx="519775" cy="24431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4F0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FINISH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 rot="-600000">
            <a:off x="327184" y="396478"/>
            <a:ext cx="657225" cy="300038"/>
          </a:xfrm>
          <a:prstGeom prst="rect">
            <a:avLst/>
          </a:prstGeom>
          <a:solidFill>
            <a:srgbClr val="FFB8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600000">
            <a:off x="360045" y="411480"/>
            <a:ext cx="591502" cy="27003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GG WP!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29498" y="1457710"/>
            <a:ext cx="1970603" cy="993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73600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LET'S FIND</a:t>
            </a:r>
            <a:r>
              <a:rPr lang="en-US" sz="4350" b="1" dirty="0">
                <a:solidFill>
                  <a:srgbClr val="1A1A1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
</a:t>
            </a:r>
            <a:r>
              <a:rPr lang="en-US" sz="4350" b="1" dirty="0">
                <a:solidFill>
                  <a:srgbClr val="0033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OUR LEADER</a:t>
            </a:r>
            <a:endParaRPr lang="en-US" sz="4350" dirty="0"/>
          </a:p>
        </p:txBody>
      </p:sp>
      <p:sp>
        <p:nvSpPr>
          <p:cNvPr id="9" name="Text 6"/>
          <p:cNvSpPr/>
          <p:nvPr/>
        </p:nvSpPr>
        <p:spPr>
          <a:xfrm>
            <a:off x="2443163" y="2567078"/>
            <a:ext cx="334327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you, George — and welcome, new grads 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0090" y="2862830"/>
            <a:ext cx="6789420" cy="642938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53039" y="3017135"/>
            <a:ext cx="308610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 MIN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72263" y="3235734"/>
            <a:ext cx="670112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124676" y="3017135"/>
            <a:ext cx="308610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 MIN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984285" y="3235734"/>
            <a:ext cx="589343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ICE BREAKER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760952" y="3017135"/>
            <a:ext cx="379333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 MIN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58397" y="3235734"/>
            <a:ext cx="184443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Q&amp;A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467951" y="3017135"/>
            <a:ext cx="308610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B00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 MIN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88043" y="3235734"/>
            <a:ext cx="268376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DEMO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2026-09-10T01:58:35Z</dcterms:created>
  <dcterms:modified xsi:type="dcterms:W3CDTF">2026-09-10T01:58:35Z</dcterms:modified>
</cp:coreProperties>
</file>